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31A1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31A1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71600"/>
            <a:ext cx="822960" cy="822960"/>
          </a:xfrm>
          <a:prstGeom prst="ellipse">
            <a:avLst/>
          </a:prstGeom>
          <a:ln w="2540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3506" y="1667866"/>
            <a:ext cx="230429" cy="230429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14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MOVERE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Final Presentation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Focus, Progress, Break Free.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July – 17 August 2026   ·   Dicle Özgen   ·   Motivolog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Movere AI?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wellbeing app that helps people build a healthier relationship with their screens — real focus sessions, honest progress tracking, and bite-sized learning, all backed by data that stays on the user's device.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600200"/>
            <a:ext cx="4297680" cy="658368"/>
          </a:xfrm>
          <a:prstGeom prst="roundRect">
            <a:avLst>
              <a:gd name="adj" fmla="val 13889"/>
            </a:avLst>
          </a:prstGeom>
          <a:solidFill>
            <a:srgbClr val="131A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2821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0" y="160020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Mode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2441448"/>
            <a:ext cx="4297680" cy="658368"/>
          </a:xfrm>
          <a:prstGeom prst="roundRect">
            <a:avLst>
              <a:gd name="adj" fmla="val 13889"/>
            </a:avLst>
          </a:prstGeom>
          <a:solidFill>
            <a:srgbClr val="131A1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569464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38160" y="244144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Score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15200" y="3282696"/>
            <a:ext cx="4297680" cy="658368"/>
          </a:xfrm>
          <a:prstGeom prst="roundRect">
            <a:avLst>
              <a:gd name="adj" fmla="val 13889"/>
            </a:avLst>
          </a:prstGeom>
          <a:solidFill>
            <a:srgbClr val="131A1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41071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8160" y="328269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&amp; Podcast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315200" y="4123944"/>
            <a:ext cx="4297680" cy="658368"/>
          </a:xfrm>
          <a:prstGeom prst="roundRect">
            <a:avLst>
              <a:gd name="adj" fmla="val 13889"/>
            </a:avLst>
          </a:prstGeom>
          <a:solidFill>
            <a:srgbClr val="131A1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251960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38160" y="412394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31A1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848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653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63040" y="2194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+ Riverpod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31A1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08483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8653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DATA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0" y="2194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(sqflite)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31A1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5643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2369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463040" y="3566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Authentication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217920" y="310896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31A1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45643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32369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BACKEND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132320" y="3566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Functions + OpenAI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448056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31A1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82803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46085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1463040" y="4937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flutter_localizations (EN/TR)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6217920" y="448056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31A16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828032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32320" y="46085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7132320" y="4937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fl_chart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Sprints, One MVP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331720"/>
            <a:ext cx="9235440" cy="0"/>
          </a:xfrm>
          <a:prstGeom prst="line">
            <a:avLst/>
          </a:prstGeom>
          <a:noFill/>
          <a:ln w="38100">
            <a:solidFill>
              <a:srgbClr val="131A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274320" cy="274320"/>
          </a:xfrm>
          <a:prstGeom prst="ellipse">
            <a:avLst/>
          </a:prstGeom>
          <a:solidFill>
            <a:srgbClr val="4ADE80"/>
          </a:solidFill>
          <a:ln w="38100">
            <a:solidFill>
              <a:srgbClr val="0A0E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29718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Design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87168" y="2194560"/>
            <a:ext cx="274320" cy="274320"/>
          </a:xfrm>
          <a:prstGeom prst="ellipse">
            <a:avLst/>
          </a:prstGeom>
          <a:solidFill>
            <a:srgbClr val="4ADE80"/>
          </a:solidFill>
          <a:ln w="38100">
            <a:solidFill>
              <a:srgbClr val="0A0E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29968" y="29718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Focus Mode, Progress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4256" y="2194560"/>
            <a:ext cx="274320" cy="274320"/>
          </a:xfrm>
          <a:prstGeom prst="ellipse">
            <a:avLst/>
          </a:prstGeom>
          <a:solidFill>
            <a:srgbClr val="4ADE80"/>
          </a:solidFill>
          <a:ln w="38100">
            <a:solidFill>
              <a:srgbClr val="0A0E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7056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77056" y="29718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&amp; Podcast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2194560"/>
            <a:ext cx="274320" cy="274320"/>
          </a:xfrm>
          <a:prstGeom prst="ellipse">
            <a:avLst/>
          </a:prstGeom>
          <a:solidFill>
            <a:srgbClr val="4ADE80"/>
          </a:solidFill>
          <a:ln w="38100">
            <a:solidFill>
              <a:srgbClr val="0A0E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4144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24144" y="29718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Firebase Authentication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28432" y="2194560"/>
            <a:ext cx="274320" cy="274320"/>
          </a:xfrm>
          <a:prstGeom prst="ellipse">
            <a:avLst/>
          </a:prstGeom>
          <a:solidFill>
            <a:srgbClr val="4ADE80"/>
          </a:solidFill>
          <a:ln w="38100">
            <a:solidFill>
              <a:srgbClr val="0A0E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71232" y="29718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Score, Localization, 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875520" y="2194560"/>
            <a:ext cx="274320" cy="274320"/>
          </a:xfrm>
          <a:prstGeom prst="ellipse">
            <a:avLst/>
          </a:prstGeom>
          <a:solidFill>
            <a:srgbClr val="34D399"/>
          </a:solidFill>
          <a:ln w="38100">
            <a:solidFill>
              <a:srgbClr val="0A0E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0" y="29718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Performance, Polish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Score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placeholder — a real, computed number.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03120" y="2286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focus goal progress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03120" y="33375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session completion rate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103120" y="4389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progress across lessons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89520" y="2103120"/>
            <a:ext cx="4023360" cy="3108960"/>
          </a:xfrm>
          <a:prstGeom prst="roundRect">
            <a:avLst>
              <a:gd name="adj" fmla="val 4412"/>
            </a:avLst>
          </a:prstGeom>
          <a:solidFill>
            <a:srgbClr val="131A1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423160"/>
            <a:ext cx="640080" cy="640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0" y="32918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“Strong day. Your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balance 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off.”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 Prototype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AI backend — securely wired, not just simulated.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6517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31A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788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37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91840" y="26517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0" y="26517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4ADE8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7889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3337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Function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949440" y="26517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8229600" y="26517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31A1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78892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0" y="3337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lives only in Firebase Secret Manager — never in the app or the repository.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371600" y="52120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Auto-detects and replies in whichever language a question is asked in — with a local rule-based fallback if the AI is unreachable.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Discipline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20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commits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34440" y="2057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logical change per commit, from day one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70048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SSH-signed commits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23444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push shows “Verified” on GitHub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75888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force-push, ever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23444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→ inspect → rebase, always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81728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4663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throughout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234440" y="5074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comments and commit history — verified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31A1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73152" cy="12344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token expired mid-sprint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permanently to SSH keys — no more silent expiry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31A16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00400"/>
            <a:ext cx="73152" cy="12344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folder move lost .git history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82219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immediately, recovered from the intact original — zero work lost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31A1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663440"/>
            <a:ext cx="73152" cy="12344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bugs vs. debug-mode artifacts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28523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in release builds before changing any code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737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31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49+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337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3736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37560" y="2331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400" dirty="0"/>
          </a:p>
        </p:txBody>
      </p:sp>
      <p:sp>
        <p:nvSpPr>
          <p:cNvPr id="9" name="Text 5"/>
          <p:cNvSpPr/>
          <p:nvPr/>
        </p:nvSpPr>
        <p:spPr>
          <a:xfrm>
            <a:off x="3337560" y="3337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73736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26480" y="2331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400" dirty="0"/>
          </a:p>
        </p:txBody>
      </p:sp>
      <p:sp>
        <p:nvSpPr>
          <p:cNvPr id="12" name="Text 7"/>
          <p:cNvSpPr/>
          <p:nvPr/>
        </p:nvSpPr>
        <p:spPr>
          <a:xfrm>
            <a:off x="6126480" y="3337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MODULES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173736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15400" y="2331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15" name="Text 9"/>
          <p:cNvSpPr/>
          <p:nvPr/>
        </p:nvSpPr>
        <p:spPr>
          <a:xfrm>
            <a:off x="8915400" y="3337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12700">
            <a:solidFill>
              <a:srgbClr val="131A16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  ·   SQLite   ·   Real AI Backend   ·   Full EN/TR Localization   ·   Verified Git History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31A1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ln w="2540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7669" y="2059229"/>
            <a:ext cx="179222" cy="17922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97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github.com/dicleozgendev/movere-ai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2026-08-14T15:12:56Z</dcterms:created>
  <dcterms:modified xsi:type="dcterms:W3CDTF">2026-08-14T15:12:56Z</dcterms:modified>
</cp:coreProperties>
</file>